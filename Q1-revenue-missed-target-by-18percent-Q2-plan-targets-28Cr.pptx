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8F9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926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spc="-13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 revenue missed target by 18%; Q2 plan targets 2.8Cr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281456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spc="-2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FY2026 revenue review | Ravi Sharma, Sales Manager | 28 March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910086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56466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spc="-2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Clarity. Momentum. Results.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60674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-2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1193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 closed 43L short of target; three fixes are underway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41696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FY2026 sales review, held 28 March: results, causes, actions, Q2 plan.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2824559"/>
            <a:ext cx="10972526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revenue 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spc="-28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1.97Cr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2.4Cr target: 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spc="-28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18% miss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causes: ~43L stuck in enterprise deals, SMB conversion at 22.0%, South at 70%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target 2.8Cr (stretch 3Cr) needs your sign-off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60674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-28" kern="1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15933" y="6473230"/>
            <a:ext cx="67576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 revenue was 1.97Cr against a 2.4Cr target; only North came close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681361"/>
            <a:ext cx="10972526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North: 95% of target (55L vs 58L), the only region near plan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SMB: 63% of target (26L vs 41L); conversion fell 34.8% to 22.0%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South: 70% of target (38L vs 54L); 6 closures vs 8-9 expected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Enterprise: 3 stuck deals hold ~43L in pipeline since January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3141564"/>
            <a:ext cx="4622684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b="1" spc="-330" kern="100" dirty="0">
                <a:solidFill>
                  <a:srgbClr val="A965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1.97Cr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09585" y="4787106"/>
            <a:ext cx="462268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spc="-28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1.97Cr</a:t>
            </a:r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2.4Cr target (-43L, -18%)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6962" y="2968823"/>
            <a:ext cx="6045148" cy="17437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6962" y="4817368"/>
            <a:ext cx="60451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figures are rough, from the team sheet.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52249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515040" y="6473230"/>
            <a:ext cx="67665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Stalled enterprise deals and a campaign priced 20% high drove the miss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681361"/>
            <a:ext cx="311142" cy="31115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2389" y="1748036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8523" y="1716286"/>
            <a:ext cx="48449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TechNova: 83 days in negotiation after a February procurement freeze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681361"/>
            <a:ext cx="322552" cy="32256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99042" y="1753691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48591" y="1721941"/>
            <a:ext cx="483351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GlobalEdge: proposal out since 19 Jan; buyer comparing 2 vendors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2879725"/>
            <a:ext cx="324933" cy="324941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383" y="2953246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2314" y="2921496"/>
            <a:ext cx="48311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Fintech: verbal commitment idle for 55 days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2879725"/>
            <a:ext cx="330192" cy="33020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9042" y="2955925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56231" y="2921671"/>
            <a:ext cx="48258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spc="-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56231" y="3275905"/>
            <a:ext cx="48258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SMB: Feb campaign priced 20% above standard; 304 leads, poor quality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4078288"/>
            <a:ext cx="320667" cy="320675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383" y="4149725"/>
            <a:ext cx="8286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8047" y="4115471"/>
            <a:ext cx="1047406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spc="-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South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08047" y="4469705"/>
            <a:ext cx="104740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South: 24 open deals at quarter start, only 6 closed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11766" y="6473230"/>
            <a:ext cx="6799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stuck enterprise deals worth ~43L have owners and dates by 10 April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681361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930301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2376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TechNova: Priya takes over; revised proposal 4 Apr, buyer call 5 Apr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681361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930301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248244" y="2022376"/>
            <a:ext cx="533386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GlobalEdge: Ankit follows up 3 Apr; close by 10 Apr, no extensions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2824857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073797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3165872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GlobalEdge: if a competitor wins, fight-or-walk decision immediately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2824857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3073797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165872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Fintech: Ravi calls Suresh this week to convert the 55-day verbal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17818" y="6473230"/>
            <a:ext cx="67387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SMB recovery plan targets the slide from 34.8% to 22.0% conversion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681361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Deepa reports on the Feb campaign (304 leads) by 4 Apr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419489" y="1681361"/>
            <a:ext cx="34035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Outbound script reverts to the January version this week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797" y="1681361"/>
            <a:ext cx="34543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 campaign paused if still running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2483842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Deepa calls 5-6 dropped leads; lost-deal log starts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19489" y="2483842"/>
            <a:ext cx="71626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report to Ravi every Monday 9 a.m., starting next week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14742" y="6473230"/>
            <a:ext cx="67695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South closed 6 deals against 8-9 expected; stale deals now get a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681361"/>
            <a:ext cx="311142" cy="31115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2389" y="1748036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8523" y="1716286"/>
            <a:ext cx="484492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ended at 70% of target: 38L vs 54L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681361"/>
            <a:ext cx="322552" cy="32256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99042" y="1753691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48591" y="1721941"/>
            <a:ext cx="48335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open deals at quarter start; 6 closed, 4 new logos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190081"/>
            <a:ext cx="324933" cy="324941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383" y="3263602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2314" y="3231852"/>
            <a:ext cx="48311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Sneha sends all 60+ day-old deals by 4 Apr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3190081"/>
            <a:ext cx="330192" cy="33020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9042" y="3266281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56231" y="3234531"/>
            <a:ext cx="48258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Ravi and Sneha decide each: push, nurture or drop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5" y="4699000"/>
            <a:ext cx="320667" cy="320675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383" y="4770438"/>
            <a:ext cx="8286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8047" y="4738688"/>
            <a:ext cx="104740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South + SMB review starts 25 Apr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585" y="60674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-28" kern="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20894" y="6473230"/>
            <a:ext cx="67080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Five process fixes start 1 April, led by a 6 p.m. Friday CRM rule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681361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930301"/>
            <a:ext cx="3505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2376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deal updated in CRM by 6 p.m. Friday; Ravi checks Monday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19489" y="1681361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9489" y="1930301"/>
            <a:ext cx="340341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4419489" y="2022376"/>
            <a:ext cx="34035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9 a.m. team check-in starts 1 Apr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797" y="1681361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1930301"/>
            <a:ext cx="345431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8127797" y="2022376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deal reviews every 2 weeks: Ravi plus the AE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2824857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3073797"/>
            <a:ext cx="3505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3165872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+ SMB pipeline review monthly; first on 25 Apr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19489" y="2824857"/>
            <a:ext cx="8286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19489" y="3073797"/>
            <a:ext cx="716262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4419489" y="3165872"/>
            <a:ext cx="71626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Objection-handling workshop before 15 Apr; pricing deck updated by 7 Apr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14941" y="6473230"/>
            <a:ext cx="67675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49203"/>
            <a:ext cx="3911502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b="1" spc="-330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2.8Cr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09585" y="3994745"/>
            <a:ext cx="391150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target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25780" y="1774524"/>
            <a:ext cx="675633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Q2 target is 2.8Cr, 40L above Q1's target; we need your sign-off before 4 April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825780" y="3273524"/>
            <a:ext cx="6756330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target 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spc="-28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2.8Cr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Q1 target 2.4Cr: +40L (+17%)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goal: 3Cr if all enterprise deals close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~43L of stuck enterprise deals stay live; Karan adds Nagpur and Indore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confirm the 2.8Cr target and acknowledge the 3Cr stretch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Ravi shares the rep-level split by 4 Apr, after your sign-off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854277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14742" y="6473230"/>
            <a:ext cx="67695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9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Six owners hold 18 actions; the last dated one falls on 25 April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81361"/>
          <a:ext cx="10972526" cy="914400"/>
        </p:xfrm>
        <a:graphic>
          <a:graphicData uri="http://schemas.openxmlformats.org/drawingml/2006/table">
            <a:tbl>
              <a:tblPr/>
              <a:tblGrid>
                <a:gridCol w="1974999"/>
                <a:gridCol w="899752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Actions and deadlines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Ravi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Horizon Fintech call: this week · Check-in invite: 1 Apr · Q2 rep split: 4 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Ravi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 sign-off email: before 4 Apr · Workshop: before 15 Apr · South + SMB review: 25 Apr · CRM check: every Monday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Priya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TechNova proposal: 4 Apr · Buyer call: 5 Apr · Trainer shortlist: 8 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Ankit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GlobalEdge follow-up: 3 Apr · Pricing deck: 7 Apr · GlobalEdge close: 10 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Sneha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60+ day deal list: 4 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Karan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Nagpur + Indore market entry plan: 5 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-28" kern="1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Script revert: this week · Feb campaign report: 4 Apr · Weekly report: Mondays 9 a.m.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60674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50" spc="-28" kern="1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- Confidential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470591" y="6473230"/>
            <a:ext cx="721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2026-10-09T10:08:37Z</dcterms:created>
  <dcterms:modified xsi:type="dcterms:W3CDTF">2026-10-09T10:08:37Z</dcterms:modified>
</cp:coreProperties>
</file>